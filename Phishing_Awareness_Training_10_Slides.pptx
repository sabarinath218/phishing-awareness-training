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phishing attacks and staying safe 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Phishing?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cyberattack where attackers impersonate trusted entities to steal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Types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Email phishing, spear phishing, smishing (SMS), vishing (voice), and clone phishing.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Recognizing Phishing Emails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sender address, spelling mistakes, urgent requests, suspicious links, and attachments.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Fake Websites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Look for HTTPS, verify domain names, avoid look-alike URLs, and check website legitimacy.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Engineering Tactics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Attackers exploit trust, fear, urgency, curiosity, and authority to manipulate victims.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bank alerts, delivery scams, password reset emails, and business email compromise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&amp;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MFA, verify requests, avoid clicking unknown links, update software, and report suspicious emails.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What is a common sign of phishing?</a:t>
            </a:r>
          </a:p>
          <a:p>
            <a:r>
              <a:t>Q2: Why should you verify website URLs?</a:t>
            </a:r>
          </a:p>
          <a:p>
            <a:r>
              <a:t>Q3: What does MFA provide?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Think before you click, verify identities, protect credentials, and stay vigilant.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